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IBM Plex Sans Ligh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Lato Light"/>
      <p:regular r:id="rId24"/>
      <p:bold r:id="rId25"/>
      <p:italic r:id="rId26"/>
      <p:boldItalic r:id="rId27"/>
    </p:embeddedFont>
    <p:embeddedFont>
      <p:font typeface="IBM Plex Mono Light"/>
      <p:regular r:id="rId28"/>
      <p:bold r:id="rId29"/>
      <p:italic r:id="rId30"/>
      <p:boldItalic r:id="rId31"/>
    </p:embeddedFont>
    <p:embeddedFont>
      <p:font typeface="IBM Plex Sans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LatoLight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Light-italic.fntdata"/><Relationship Id="rId25" Type="http://schemas.openxmlformats.org/officeDocument/2006/relationships/font" Target="fonts/LatoLight-bold.fntdata"/><Relationship Id="rId28" Type="http://schemas.openxmlformats.org/officeDocument/2006/relationships/font" Target="fonts/IBMPlexMonoLight-regular.fntdata"/><Relationship Id="rId27" Type="http://schemas.openxmlformats.org/officeDocument/2006/relationships/font" Target="fonts/Lato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Mono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MonoLight-boldItalic.fntdata"/><Relationship Id="rId30" Type="http://schemas.openxmlformats.org/officeDocument/2006/relationships/font" Target="fonts/IBMPlexMonoLight-italic.fntdata"/><Relationship Id="rId11" Type="http://schemas.openxmlformats.org/officeDocument/2006/relationships/slide" Target="slides/slide5.xml"/><Relationship Id="rId33" Type="http://schemas.openxmlformats.org/officeDocument/2006/relationships/font" Target="fonts/IBMPlexSansMedium-bold.fntdata"/><Relationship Id="rId10" Type="http://schemas.openxmlformats.org/officeDocument/2006/relationships/slide" Target="slides/slide4.xml"/><Relationship Id="rId32" Type="http://schemas.openxmlformats.org/officeDocument/2006/relationships/font" Target="fonts/IBMPlexSansMedium-regular.fntdata"/><Relationship Id="rId13" Type="http://schemas.openxmlformats.org/officeDocument/2006/relationships/font" Target="fonts/IBMPlexSans-bold.fntdata"/><Relationship Id="rId35" Type="http://schemas.openxmlformats.org/officeDocument/2006/relationships/font" Target="fonts/IBMPlexSansMedium-boldItalic.fntdata"/><Relationship Id="rId12" Type="http://schemas.openxmlformats.org/officeDocument/2006/relationships/font" Target="fonts/IBMPlexSans-regular.fntdata"/><Relationship Id="rId34" Type="http://schemas.openxmlformats.org/officeDocument/2006/relationships/font" Target="fonts/IBMPlexSansMedium-italic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IBMPlexSansLight-bold.fntdata"/><Relationship Id="rId16" Type="http://schemas.openxmlformats.org/officeDocument/2006/relationships/font" Target="fonts/IBMPlexSansLight-regular.fntdata"/><Relationship Id="rId19" Type="http://schemas.openxmlformats.org/officeDocument/2006/relationships/font" Target="fonts/IBMPlexSansLight-boldItalic.fntdata"/><Relationship Id="rId18" Type="http://schemas.openxmlformats.org/officeDocument/2006/relationships/font" Target="fonts/IBMPlex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0b1c9f628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0b1c9f628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0b1c9f62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c0b1c9f62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0b1c9f62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c0b1c9f62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0b1c9f628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0b1c9f628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0b1c9f62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c0b1c9f62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header and footer">
  <p:cSld name="CUSTOM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69" name="Google Shape;69;p1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2" name="Google Shape;82;p19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83" name="Google Shape;83;p19"/>
          <p:cNvSpPr/>
          <p:nvPr>
            <p:ph idx="2" type="pic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88" name="Google Shape;88;p20"/>
          <p:cNvSpPr/>
          <p:nvPr>
            <p:ph idx="2" type="pic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42975" y="2630575"/>
            <a:ext cx="37527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type="title"/>
          </p:nvPr>
        </p:nvSpPr>
        <p:spPr>
          <a:xfrm>
            <a:off x="342900" y="452925"/>
            <a:ext cx="37527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2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4582900" y="1058100"/>
            <a:ext cx="10476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2" type="subTitle"/>
          </p:nvPr>
        </p:nvSpPr>
        <p:spPr>
          <a:xfrm>
            <a:off x="6284500" y="1058100"/>
            <a:ext cx="24024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HEADER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subTitle"/>
          </p:nvPr>
        </p:nvSpPr>
        <p:spPr>
          <a:xfrm>
            <a:off x="4582900" y="1058100"/>
            <a:ext cx="41040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2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42900" y="452925"/>
            <a:ext cx="53946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07" name="Google Shape;107;p23"/>
          <p:cNvSpPr/>
          <p:nvPr/>
        </p:nvSpPr>
        <p:spPr>
          <a:xfrm>
            <a:off x="453727" y="15909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3"/>
          <p:cNvSpPr txBox="1"/>
          <p:nvPr>
            <p:ph idx="1" type="subTitle"/>
          </p:nvPr>
        </p:nvSpPr>
        <p:spPr>
          <a:xfrm>
            <a:off x="645275" y="1495225"/>
            <a:ext cx="53946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2" type="body"/>
          </p:nvPr>
        </p:nvSpPr>
        <p:spPr>
          <a:xfrm>
            <a:off x="342975" y="1913700"/>
            <a:ext cx="5697000" cy="26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idea with image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" type="subTitle"/>
          </p:nvPr>
        </p:nvSpPr>
        <p:spPr>
          <a:xfrm>
            <a:off x="5239600" y="87178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2" type="body"/>
          </p:nvPr>
        </p:nvSpPr>
        <p:spPr>
          <a:xfrm>
            <a:off x="4937300" y="1290250"/>
            <a:ext cx="2875500" cy="28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  <p15:guide id="2" orient="horz" pos="259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image">
  <p:cSld name="TITLE_AND_BOD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subTitle"/>
          </p:nvPr>
        </p:nvSpPr>
        <p:spPr>
          <a:xfrm>
            <a:off x="5239600" y="871784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2" type="body"/>
          </p:nvPr>
        </p:nvSpPr>
        <p:spPr>
          <a:xfrm>
            <a:off x="4937300" y="1290250"/>
            <a:ext cx="3748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3" type="subTitle"/>
          </p:nvPr>
        </p:nvSpPr>
        <p:spPr>
          <a:xfrm>
            <a:off x="5239600" y="1997709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4" type="body"/>
          </p:nvPr>
        </p:nvSpPr>
        <p:spPr>
          <a:xfrm>
            <a:off x="4937300" y="2416175"/>
            <a:ext cx="3748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5" type="subTitle"/>
          </p:nvPr>
        </p:nvSpPr>
        <p:spPr>
          <a:xfrm>
            <a:off x="5239600" y="3123634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6" type="body"/>
          </p:nvPr>
        </p:nvSpPr>
        <p:spPr>
          <a:xfrm>
            <a:off x="4937300" y="3542100"/>
            <a:ext cx="37482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type="twoColTx">
  <p:cSld name="TITLE_AND_TWO_COLUMN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42900" y="2506825"/>
            <a:ext cx="8343900" cy="1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mall image with footer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42900" y="457200"/>
            <a:ext cx="53436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518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ONE_COLUMN_TEXT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hasCustomPrompt="1" type="title"/>
          </p:nvPr>
        </p:nvSpPr>
        <p:spPr>
          <a:xfrm>
            <a:off x="-2143950" y="25"/>
            <a:ext cx="112077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8"/>
          <p:cNvSpPr txBox="1"/>
          <p:nvPr>
            <p:ph idx="1" type="body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ubtitle, body and images">
  <p:cSld name="MAIN_POI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/>
          <p:nvPr>
            <p:ph idx="2" type="pic"/>
          </p:nvPr>
        </p:nvSpPr>
        <p:spPr>
          <a:xfrm>
            <a:off x="6708900" y="457200"/>
            <a:ext cx="1977900" cy="19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9"/>
          <p:cNvSpPr/>
          <p:nvPr>
            <p:ph idx="3" type="pic"/>
          </p:nvPr>
        </p:nvSpPr>
        <p:spPr>
          <a:xfrm>
            <a:off x="6708900" y="2591100"/>
            <a:ext cx="1977900" cy="19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9"/>
          <p:cNvSpPr txBox="1"/>
          <p:nvPr>
            <p:ph idx="1" type="subTitle"/>
          </p:nvPr>
        </p:nvSpPr>
        <p:spPr>
          <a:xfrm>
            <a:off x="645275" y="551372"/>
            <a:ext cx="1772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4" type="subTitle"/>
          </p:nvPr>
        </p:nvSpPr>
        <p:spPr>
          <a:xfrm>
            <a:off x="2417375" y="551375"/>
            <a:ext cx="37512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5" type="body"/>
          </p:nvPr>
        </p:nvSpPr>
        <p:spPr>
          <a:xfrm>
            <a:off x="342975" y="969850"/>
            <a:ext cx="4876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6" type="subTitle"/>
          </p:nvPr>
        </p:nvSpPr>
        <p:spPr>
          <a:xfrm>
            <a:off x="645275" y="2605522"/>
            <a:ext cx="1772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7" type="subTitle"/>
          </p:nvPr>
        </p:nvSpPr>
        <p:spPr>
          <a:xfrm>
            <a:off x="2417375" y="2605525"/>
            <a:ext cx="37512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8" type="body"/>
          </p:nvPr>
        </p:nvSpPr>
        <p:spPr>
          <a:xfrm>
            <a:off x="342975" y="3024000"/>
            <a:ext cx="4876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2" type="body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3" type="subTitle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4" type="body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5" type="subTitle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6" type="body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0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68" name="Google Shape;168;p31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31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31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>
            <p:ph idx="1" type="subTitle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2" type="body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73" name="Google Shape;173;p31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1"/>
          <p:cNvSpPr/>
          <p:nvPr/>
        </p:nvSpPr>
        <p:spPr>
          <a:xfrm>
            <a:off x="33240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1"/>
          <p:cNvSpPr txBox="1"/>
          <p:nvPr>
            <p:ph idx="3" type="subTitle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76" name="Google Shape;176;p31"/>
          <p:cNvSpPr txBox="1"/>
          <p:nvPr>
            <p:ph idx="4" type="body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7" name="Google Shape;177;p31"/>
          <p:cNvSpPr/>
          <p:nvPr/>
        </p:nvSpPr>
        <p:spPr>
          <a:xfrm>
            <a:off x="61943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 txBox="1"/>
          <p:nvPr>
            <p:ph idx="5" type="subTitle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idx="6" type="body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3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84" name="Google Shape;184;p32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32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32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idx="1" type="subTitle"/>
          </p:nvPr>
        </p:nvSpPr>
        <p:spPr>
          <a:xfrm>
            <a:off x="645275" y="2291984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2" type="body"/>
          </p:nvPr>
        </p:nvSpPr>
        <p:spPr>
          <a:xfrm>
            <a:off x="342975" y="2710450"/>
            <a:ext cx="3923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89" name="Google Shape;189;p32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32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 txBox="1"/>
          <p:nvPr>
            <p:ph idx="3" type="subTitle"/>
          </p:nvPr>
        </p:nvSpPr>
        <p:spPr>
          <a:xfrm>
            <a:off x="4880825" y="2291984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2" name="Google Shape;192;p32"/>
          <p:cNvSpPr txBox="1"/>
          <p:nvPr>
            <p:ph idx="4" type="body"/>
          </p:nvPr>
        </p:nvSpPr>
        <p:spPr>
          <a:xfrm>
            <a:off x="4578525" y="2710450"/>
            <a:ext cx="3923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669635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98" name="Google Shape;198;p33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3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3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33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3"/>
          <p:cNvSpPr txBox="1"/>
          <p:nvPr>
            <p:ph idx="2" type="subTitle"/>
          </p:nvPr>
        </p:nvSpPr>
        <p:spPr>
          <a:xfrm>
            <a:off x="64527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3" type="body"/>
          </p:nvPr>
        </p:nvSpPr>
        <p:spPr>
          <a:xfrm>
            <a:off x="34297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4" name="Google Shape;204;p33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3"/>
          <p:cNvSpPr txBox="1"/>
          <p:nvPr>
            <p:ph idx="4" type="subTitle"/>
          </p:nvPr>
        </p:nvSpPr>
        <p:spPr>
          <a:xfrm>
            <a:off x="488082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06" name="Google Shape;206;p33"/>
          <p:cNvSpPr txBox="1"/>
          <p:nvPr>
            <p:ph idx="5" type="body"/>
          </p:nvPr>
        </p:nvSpPr>
        <p:spPr>
          <a:xfrm>
            <a:off x="457852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7" name="Google Shape;207;p33"/>
          <p:cNvSpPr/>
          <p:nvPr/>
        </p:nvSpPr>
        <p:spPr>
          <a:xfrm>
            <a:off x="25714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 txBox="1"/>
          <p:nvPr>
            <p:ph idx="6" type="subTitle"/>
          </p:nvPr>
        </p:nvSpPr>
        <p:spPr>
          <a:xfrm>
            <a:off x="276300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09" name="Google Shape;209;p33"/>
          <p:cNvSpPr txBox="1"/>
          <p:nvPr>
            <p:ph idx="7" type="body"/>
          </p:nvPr>
        </p:nvSpPr>
        <p:spPr>
          <a:xfrm>
            <a:off x="246070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0" name="Google Shape;210;p33"/>
          <p:cNvSpPr/>
          <p:nvPr/>
        </p:nvSpPr>
        <p:spPr>
          <a:xfrm>
            <a:off x="680710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idx="8" type="subTitle"/>
          </p:nvPr>
        </p:nvSpPr>
        <p:spPr>
          <a:xfrm>
            <a:off x="699865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  <p15:guide id="2" pos="2884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 1">
  <p:cSld name="CUSTOM_3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7" name="Google Shape;217;p34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8" name="Google Shape;218;p34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 2">
  <p:cSld name="CUSTOM_3_3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18919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2" type="body"/>
          </p:nvPr>
        </p:nvSpPr>
        <p:spPr>
          <a:xfrm>
            <a:off x="4572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type="title"/>
          </p:nvPr>
        </p:nvSpPr>
        <p:spPr>
          <a:xfrm>
            <a:off x="46861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3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0" name="Google Shape;230;p36"/>
          <p:cNvSpPr txBox="1"/>
          <p:nvPr>
            <p:ph idx="2" type="body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31" name="Google Shape;231;p36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36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33" name="Google Shape;233;p36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6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3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7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7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40" name="Google Shape;240;p37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7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4933600" y="1058025"/>
            <a:ext cx="3523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3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3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246;p38"/>
          <p:cNvCxnSpPr/>
          <p:nvPr/>
        </p:nvCxnSpPr>
        <p:spPr>
          <a:xfrm rot="10800000">
            <a:off x="3319175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38"/>
          <p:cNvSpPr txBox="1"/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48" name="Google Shape;248;p38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8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8"/>
          <p:cNvSpPr/>
          <p:nvPr/>
        </p:nvSpPr>
        <p:spPr>
          <a:xfrm>
            <a:off x="3813602" y="12015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8"/>
          <p:cNvSpPr txBox="1"/>
          <p:nvPr>
            <p:ph idx="1" type="subTitle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52" name="Google Shape;252;p38"/>
          <p:cNvSpPr/>
          <p:nvPr/>
        </p:nvSpPr>
        <p:spPr>
          <a:xfrm>
            <a:off x="3813602" y="16896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8"/>
          <p:cNvSpPr txBox="1"/>
          <p:nvPr>
            <p:ph idx="2" type="subTitle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54" name="Google Shape;254;p38"/>
          <p:cNvSpPr/>
          <p:nvPr/>
        </p:nvSpPr>
        <p:spPr>
          <a:xfrm>
            <a:off x="3813602" y="217776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8"/>
          <p:cNvSpPr txBox="1"/>
          <p:nvPr>
            <p:ph idx="3" type="subTitle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56" name="Google Shape;256;p38"/>
          <p:cNvSpPr/>
          <p:nvPr/>
        </p:nvSpPr>
        <p:spPr>
          <a:xfrm>
            <a:off x="3813602" y="26964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8"/>
          <p:cNvSpPr txBox="1"/>
          <p:nvPr>
            <p:ph idx="4" type="subTitle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58" name="Google Shape;258;p38"/>
          <p:cNvSpPr/>
          <p:nvPr/>
        </p:nvSpPr>
        <p:spPr>
          <a:xfrm>
            <a:off x="3813602" y="32152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8"/>
          <p:cNvSpPr txBox="1"/>
          <p:nvPr>
            <p:ph idx="5" type="subTitle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60" name="Google Shape;260;p38"/>
          <p:cNvSpPr/>
          <p:nvPr/>
        </p:nvSpPr>
        <p:spPr>
          <a:xfrm>
            <a:off x="3813602" y="37339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8"/>
          <p:cNvSpPr txBox="1"/>
          <p:nvPr>
            <p:ph idx="6" type="subTitle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62" name="Google Shape;262;p3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footer">
  <p:cSld name="CUSTOM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6" name="Google Shape;266;p39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67" name="Google Shape;267;p3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1" name="Google Shape;271;p4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4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footer">
  <p:cSld name="CUSTOM_7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5" name="Google Shape;275;p4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7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4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header and footer">
  <p:cSld name="CUSTOM_2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84" name="Google Shape;284;p43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idx="2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86" name="Google Shape;286;p4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4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2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4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90" name="Google Shape;290;p44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1" name="Google Shape;291;p4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5" name="Google Shape;295;p45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_1_2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300" name="Google Shape;300;p46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46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4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4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_1_2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5" name="Google Shape;305;p47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47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47"/>
          <p:cNvSpPr/>
          <p:nvPr>
            <p:ph idx="2" type="pic"/>
          </p:nvPr>
        </p:nvSpPr>
        <p:spPr>
          <a:xfrm>
            <a:off x="457200" y="588788"/>
            <a:ext cx="8229600" cy="38358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_1_2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/>
          <p:nvPr/>
        </p:nvSpPr>
        <p:spPr>
          <a:xfrm>
            <a:off x="342900" y="1834500"/>
            <a:ext cx="2778300" cy="27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12" name="Google Shape;312;p48"/>
          <p:cNvSpPr/>
          <p:nvPr/>
        </p:nvSpPr>
        <p:spPr>
          <a:xfrm>
            <a:off x="2045193" y="1513259"/>
            <a:ext cx="2393400" cy="25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13" name="Google Shape;313;p48"/>
          <p:cNvSpPr/>
          <p:nvPr/>
        </p:nvSpPr>
        <p:spPr>
          <a:xfrm>
            <a:off x="4171372" y="1976202"/>
            <a:ext cx="2393400" cy="25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14" name="Google Shape;314;p48"/>
          <p:cNvSpPr txBox="1"/>
          <p:nvPr>
            <p:ph type="title"/>
          </p:nvPr>
        </p:nvSpPr>
        <p:spPr>
          <a:xfrm>
            <a:off x="342900" y="457200"/>
            <a:ext cx="84582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5" name="Google Shape;315;p48"/>
          <p:cNvSpPr/>
          <p:nvPr/>
        </p:nvSpPr>
        <p:spPr>
          <a:xfrm>
            <a:off x="4712400" y="1513255"/>
            <a:ext cx="4092900" cy="170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16" name="Google Shape;316;p48"/>
          <p:cNvSpPr/>
          <p:nvPr>
            <p:ph idx="2" type="pic"/>
          </p:nvPr>
        </p:nvSpPr>
        <p:spPr>
          <a:xfrm>
            <a:off x="457200" y="1245883"/>
            <a:ext cx="14907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48"/>
          <p:cNvSpPr/>
          <p:nvPr>
            <p:ph idx="3" type="pic"/>
          </p:nvPr>
        </p:nvSpPr>
        <p:spPr>
          <a:xfrm>
            <a:off x="457200" y="2354103"/>
            <a:ext cx="1934700" cy="20442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48"/>
          <p:cNvSpPr/>
          <p:nvPr>
            <p:ph idx="4" type="pic"/>
          </p:nvPr>
        </p:nvSpPr>
        <p:spPr>
          <a:xfrm>
            <a:off x="2526950" y="1640193"/>
            <a:ext cx="1785300" cy="18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8"/>
          <p:cNvSpPr/>
          <p:nvPr>
            <p:ph idx="5" type="pic"/>
          </p:nvPr>
        </p:nvSpPr>
        <p:spPr>
          <a:xfrm>
            <a:off x="3284627" y="3602162"/>
            <a:ext cx="1299000" cy="10842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8"/>
          <p:cNvSpPr/>
          <p:nvPr>
            <p:ph idx="6" type="pic"/>
          </p:nvPr>
        </p:nvSpPr>
        <p:spPr>
          <a:xfrm>
            <a:off x="4583875" y="1245829"/>
            <a:ext cx="1716600" cy="23562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48"/>
          <p:cNvSpPr/>
          <p:nvPr>
            <p:ph idx="7" type="pic"/>
          </p:nvPr>
        </p:nvSpPr>
        <p:spPr>
          <a:xfrm>
            <a:off x="4718575" y="3753392"/>
            <a:ext cx="1299000" cy="6444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8"/>
          <p:cNvSpPr/>
          <p:nvPr>
            <p:ph idx="8" type="pic"/>
          </p:nvPr>
        </p:nvSpPr>
        <p:spPr>
          <a:xfrm>
            <a:off x="6445550" y="2341822"/>
            <a:ext cx="2241300" cy="23442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8"/>
          <p:cNvSpPr/>
          <p:nvPr>
            <p:ph idx="9" type="pic"/>
          </p:nvPr>
        </p:nvSpPr>
        <p:spPr>
          <a:xfrm>
            <a:off x="7387850" y="1231200"/>
            <a:ext cx="12990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8"/>
          <p:cNvSpPr/>
          <p:nvPr>
            <p:ph idx="13" type="pic"/>
          </p:nvPr>
        </p:nvSpPr>
        <p:spPr>
          <a:xfrm>
            <a:off x="6445750" y="1632987"/>
            <a:ext cx="805500" cy="5559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two images">
  <p:cSld name="CUSTOM_2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body"/>
          </p:nvPr>
        </p:nvSpPr>
        <p:spPr>
          <a:xfrm>
            <a:off x="5969400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29" name="Google Shape;329;p49"/>
          <p:cNvSpPr/>
          <p:nvPr>
            <p:ph idx="2" type="pic"/>
          </p:nvPr>
        </p:nvSpPr>
        <p:spPr>
          <a:xfrm>
            <a:off x="457200" y="1625175"/>
            <a:ext cx="53454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9"/>
          <p:cNvSpPr/>
          <p:nvPr>
            <p:ph idx="3" type="pic"/>
          </p:nvPr>
        </p:nvSpPr>
        <p:spPr>
          <a:xfrm>
            <a:off x="5943600" y="1635225"/>
            <a:ext cx="27432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9"/>
          <p:cNvSpPr txBox="1"/>
          <p:nvPr>
            <p:ph idx="4" type="subTitle"/>
          </p:nvPr>
        </p:nvSpPr>
        <p:spPr>
          <a:xfrm>
            <a:off x="6452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2" name="Google Shape;332;p49"/>
          <p:cNvSpPr txBox="1"/>
          <p:nvPr>
            <p:ph idx="5" type="subTitle"/>
          </p:nvPr>
        </p:nvSpPr>
        <p:spPr>
          <a:xfrm>
            <a:off x="35156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6" type="subTitle"/>
          </p:nvPr>
        </p:nvSpPr>
        <p:spPr>
          <a:xfrm>
            <a:off x="63860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4" name="Google Shape;334;p49"/>
          <p:cNvSpPr txBox="1"/>
          <p:nvPr>
            <p:ph idx="7" type="body"/>
          </p:nvPr>
        </p:nvSpPr>
        <p:spPr>
          <a:xfrm>
            <a:off x="3156150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5" name="Google Shape;335;p49"/>
          <p:cNvSpPr txBox="1"/>
          <p:nvPr>
            <p:ph idx="8" type="body"/>
          </p:nvPr>
        </p:nvSpPr>
        <p:spPr>
          <a:xfrm>
            <a:off x="342975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36" name="Google Shape;336;p49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4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idx="1" type="body"/>
          </p:nvPr>
        </p:nvSpPr>
        <p:spPr>
          <a:xfrm>
            <a:off x="6083625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42" name="Google Shape;342;p50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50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50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0"/>
          <p:cNvSpPr txBox="1"/>
          <p:nvPr>
            <p:ph idx="2" type="subTitle"/>
          </p:nvPr>
        </p:nvSpPr>
        <p:spPr>
          <a:xfrm>
            <a:off x="645275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46" name="Google Shape;346;p50"/>
          <p:cNvSpPr txBox="1"/>
          <p:nvPr>
            <p:ph idx="3" type="body"/>
          </p:nvPr>
        </p:nvSpPr>
        <p:spPr>
          <a:xfrm>
            <a:off x="342975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0"/>
          <p:cNvSpPr/>
          <p:nvPr/>
        </p:nvSpPr>
        <p:spPr>
          <a:xfrm>
            <a:off x="3324052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0"/>
          <p:cNvSpPr txBox="1"/>
          <p:nvPr>
            <p:ph idx="4" type="subTitle"/>
          </p:nvPr>
        </p:nvSpPr>
        <p:spPr>
          <a:xfrm>
            <a:off x="3515600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49" name="Google Shape;349;p50"/>
          <p:cNvSpPr txBox="1"/>
          <p:nvPr>
            <p:ph idx="5" type="body"/>
          </p:nvPr>
        </p:nvSpPr>
        <p:spPr>
          <a:xfrm>
            <a:off x="3213300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/>
          <p:nvPr/>
        </p:nvSpPr>
        <p:spPr>
          <a:xfrm>
            <a:off x="61943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0"/>
          <p:cNvSpPr txBox="1"/>
          <p:nvPr>
            <p:ph idx="6" type="subTitle"/>
          </p:nvPr>
        </p:nvSpPr>
        <p:spPr>
          <a:xfrm>
            <a:off x="6385925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52" name="Google Shape;352;p50"/>
          <p:cNvSpPr/>
          <p:nvPr>
            <p:ph idx="7" type="pic"/>
          </p:nvPr>
        </p:nvSpPr>
        <p:spPr>
          <a:xfrm>
            <a:off x="61943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0"/>
          <p:cNvSpPr/>
          <p:nvPr>
            <p:ph idx="8" type="pic"/>
          </p:nvPr>
        </p:nvSpPr>
        <p:spPr>
          <a:xfrm>
            <a:off x="4554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50"/>
          <p:cNvSpPr/>
          <p:nvPr>
            <p:ph idx="9" type="pic"/>
          </p:nvPr>
        </p:nvSpPr>
        <p:spPr>
          <a:xfrm>
            <a:off x="332492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5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_1_1_1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59" name="Google Shape;359;p51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51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51"/>
          <p:cNvSpPr/>
          <p:nvPr>
            <p:ph idx="2" type="pic"/>
          </p:nvPr>
        </p:nvSpPr>
        <p:spPr>
          <a:xfrm>
            <a:off x="4554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51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1"/>
          <p:cNvSpPr txBox="1"/>
          <p:nvPr>
            <p:ph idx="1" type="subTitle"/>
          </p:nvPr>
        </p:nvSpPr>
        <p:spPr>
          <a:xfrm>
            <a:off x="645275" y="2925159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64" name="Google Shape;364;p51"/>
          <p:cNvSpPr txBox="1"/>
          <p:nvPr>
            <p:ph idx="3" type="body"/>
          </p:nvPr>
        </p:nvSpPr>
        <p:spPr>
          <a:xfrm>
            <a:off x="342975" y="3343625"/>
            <a:ext cx="39237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5" name="Google Shape;365;p51"/>
          <p:cNvSpPr/>
          <p:nvPr/>
        </p:nvSpPr>
        <p:spPr>
          <a:xfrm>
            <a:off x="46892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1"/>
          <p:cNvSpPr txBox="1"/>
          <p:nvPr>
            <p:ph idx="4" type="subTitle"/>
          </p:nvPr>
        </p:nvSpPr>
        <p:spPr>
          <a:xfrm>
            <a:off x="5261825" y="2925159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67" name="Google Shape;367;p51"/>
          <p:cNvSpPr txBox="1"/>
          <p:nvPr>
            <p:ph idx="5" type="body"/>
          </p:nvPr>
        </p:nvSpPr>
        <p:spPr>
          <a:xfrm>
            <a:off x="4959525" y="3343625"/>
            <a:ext cx="39237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8" name="Google Shape;368;p51"/>
          <p:cNvSpPr/>
          <p:nvPr>
            <p:ph idx="6" type="pic"/>
          </p:nvPr>
        </p:nvSpPr>
        <p:spPr>
          <a:xfrm>
            <a:off x="50702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5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5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">
  <p:cSld name="CUSTOM_4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>
            <p:ph idx="1" type="subTitle"/>
          </p:nvPr>
        </p:nvSpPr>
        <p:spPr>
          <a:xfrm>
            <a:off x="342925" y="457200"/>
            <a:ext cx="40680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73" name="Google Shape;373;p52"/>
          <p:cNvSpPr txBox="1"/>
          <p:nvPr>
            <p:ph idx="2" type="subTitle"/>
          </p:nvPr>
        </p:nvSpPr>
        <p:spPr>
          <a:xfrm>
            <a:off x="4724500" y="457200"/>
            <a:ext cx="25065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74" name="Google Shape;374;p52"/>
          <p:cNvSpPr txBox="1"/>
          <p:nvPr>
            <p:ph idx="3" type="subTitle"/>
          </p:nvPr>
        </p:nvSpPr>
        <p:spPr>
          <a:xfrm>
            <a:off x="7494500" y="457200"/>
            <a:ext cx="11925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75" name="Google Shape;375;p52"/>
          <p:cNvSpPr txBox="1"/>
          <p:nvPr>
            <p:ph idx="4" type="body"/>
          </p:nvPr>
        </p:nvSpPr>
        <p:spPr>
          <a:xfrm>
            <a:off x="342925" y="3553200"/>
            <a:ext cx="4068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76" name="Google Shape;376;p52"/>
          <p:cNvSpPr txBox="1"/>
          <p:nvPr>
            <p:ph idx="5" type="body"/>
          </p:nvPr>
        </p:nvSpPr>
        <p:spPr>
          <a:xfrm>
            <a:off x="4724500" y="3553200"/>
            <a:ext cx="25065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77" name="Google Shape;377;p52"/>
          <p:cNvSpPr txBox="1"/>
          <p:nvPr>
            <p:ph idx="6" type="body"/>
          </p:nvPr>
        </p:nvSpPr>
        <p:spPr>
          <a:xfrm>
            <a:off x="7494400" y="3553200"/>
            <a:ext cx="11925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78" name="Google Shape;378;p52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79" name="Google Shape;379;p5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5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lage elements">
  <p:cSld name="CUSTOM_5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type="title"/>
          </p:nvPr>
        </p:nvSpPr>
        <p:spPr>
          <a:xfrm>
            <a:off x="342900" y="452925"/>
            <a:ext cx="83544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83" name="Google Shape;383;p53"/>
          <p:cNvSpPr txBox="1"/>
          <p:nvPr>
            <p:ph idx="1" type="subTitle"/>
          </p:nvPr>
        </p:nvSpPr>
        <p:spPr>
          <a:xfrm>
            <a:off x="3429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4" name="Google Shape;384;p53"/>
          <p:cNvSpPr txBox="1"/>
          <p:nvPr>
            <p:ph idx="2" type="subTitle"/>
          </p:nvPr>
        </p:nvSpPr>
        <p:spPr>
          <a:xfrm>
            <a:off x="24731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5" name="Google Shape;385;p53"/>
          <p:cNvSpPr txBox="1"/>
          <p:nvPr>
            <p:ph idx="3" type="subTitle"/>
          </p:nvPr>
        </p:nvSpPr>
        <p:spPr>
          <a:xfrm>
            <a:off x="46033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6" name="Google Shape;386;p53"/>
          <p:cNvSpPr txBox="1"/>
          <p:nvPr>
            <p:ph idx="4" type="subTitle"/>
          </p:nvPr>
        </p:nvSpPr>
        <p:spPr>
          <a:xfrm>
            <a:off x="67335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7" name="Google Shape;387;p53"/>
          <p:cNvSpPr txBox="1"/>
          <p:nvPr>
            <p:ph idx="5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9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>
            <p:ph idx="1" type="body"/>
          </p:nvPr>
        </p:nvSpPr>
        <p:spPr>
          <a:xfrm>
            <a:off x="457200" y="3899675"/>
            <a:ext cx="51924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5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5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33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0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24.xml"/><Relationship Id="rId3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23.xml"/><Relationship Id="rId3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26.xml"/><Relationship Id="rId35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28.xml"/><Relationship Id="rId37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27.xml"/><Relationship Id="rId36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29.xml"/><Relationship Id="rId38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445025"/>
            <a:ext cx="85206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11700" y="2505000"/>
            <a:ext cx="85206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304800" lvl="1" marL="9144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304800" lvl="2" marL="1371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304800" lvl="3" marL="1828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304800" lvl="4" marL="2286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04800" lvl="5" marL="27432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indent="-304800" lvl="6" marL="32004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indent="-304800" lvl="7" marL="3657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indent="-304800" lvl="8" marL="411480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  <p15:guide id="5" orient="horz" pos="2878">
          <p15:clr>
            <a:srgbClr val="E46962"/>
          </p15:clr>
        </p15:guide>
        <p15:guide id="6" pos="55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6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00" name="Google Shape;400;p5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6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Insides Sales Strategy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ato"/>
                <a:ea typeface="Lato"/>
                <a:cs typeface="Lato"/>
                <a:sym typeface="Lato"/>
              </a:rPr>
              <a:t>Jamie Cheng</a:t>
            </a:r>
            <a:endParaRPr b="1"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2" name="Google Shape;402;p5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3" name="Google Shape;403;p56"/>
          <p:cNvGrpSpPr/>
          <p:nvPr/>
        </p:nvGrpSpPr>
        <p:grpSpPr>
          <a:xfrm>
            <a:off x="4188771" y="1499600"/>
            <a:ext cx="324300" cy="1072150"/>
            <a:chOff x="8278241" y="2502000"/>
            <a:chExt cx="324300" cy="1072150"/>
          </a:xfrm>
        </p:grpSpPr>
        <p:sp>
          <p:nvSpPr>
            <p:cNvPr id="404" name="Google Shape;404;p56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6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6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56"/>
          <p:cNvSpPr/>
          <p:nvPr/>
        </p:nvSpPr>
        <p:spPr>
          <a:xfrm>
            <a:off x="7573750" y="828775"/>
            <a:ext cx="507300" cy="5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8" name="Google Shape;408;p56"/>
          <p:cNvGrpSpPr/>
          <p:nvPr/>
        </p:nvGrpSpPr>
        <p:grpSpPr>
          <a:xfrm>
            <a:off x="3938206" y="3825218"/>
            <a:ext cx="574985" cy="507291"/>
            <a:chOff x="6107475" y="4573475"/>
            <a:chExt cx="594300" cy="501771"/>
          </a:xfrm>
        </p:grpSpPr>
        <p:sp>
          <p:nvSpPr>
            <p:cNvPr id="409" name="Google Shape;409;p56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6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6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6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6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6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6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6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6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6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6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6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6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6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6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6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6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6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6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6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6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6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6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6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6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7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increase ancillary sales…</a:t>
            </a:r>
            <a:endParaRPr b="1" sz="2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 Light"/>
              <a:buChar char="●"/>
            </a:pPr>
            <a:r>
              <a:rPr b="1" lang="en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Increase ancillary visibility</a:t>
            </a: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 through an established communication channel with X, Y, &amp; Z teams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 Light"/>
              <a:buChar char="●"/>
            </a:pPr>
            <a:r>
              <a:rPr b="1" lang="en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Bridge the gap </a:t>
            </a: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between counselor strategy and product recommendations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 Light"/>
              <a:buChar char="●"/>
            </a:pPr>
            <a:r>
              <a:rPr b="1" lang="en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Differentiate from competitors</a:t>
            </a:r>
            <a:r>
              <a:rPr lang="en" sz="1600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rPr>
              <a:t> by emphasizing our unique value proposition (e.g., comprehensive counseling)</a:t>
            </a:r>
            <a:endParaRPr sz="16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39" name="Google Shape;439;p5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342900" y="125925"/>
            <a:ext cx="83457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Strategic approach I plan to take…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p5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6" name="Google Shape;446;p58"/>
          <p:cNvPicPr preferRelativeResize="0"/>
          <p:nvPr/>
        </p:nvPicPr>
        <p:blipFill rotWithShape="1">
          <a:blip r:embed="rId3">
            <a:alphaModFix/>
          </a:blip>
          <a:srcRect b="4335" l="0" r="0" t="3440"/>
          <a:stretch/>
        </p:blipFill>
        <p:spPr>
          <a:xfrm>
            <a:off x="734625" y="653925"/>
            <a:ext cx="7674752" cy="43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8"/>
          <p:cNvSpPr/>
          <p:nvPr/>
        </p:nvSpPr>
        <p:spPr>
          <a:xfrm>
            <a:off x="4622782" y="979375"/>
            <a:ext cx="7239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8" name="Google Shape;448;p58"/>
          <p:cNvSpPr/>
          <p:nvPr/>
        </p:nvSpPr>
        <p:spPr>
          <a:xfrm>
            <a:off x="2620578" y="4229475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9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9"/>
          <p:cNvPicPr preferRelativeResize="0"/>
          <p:nvPr/>
        </p:nvPicPr>
        <p:blipFill rotWithShape="1">
          <a:blip r:embed="rId3">
            <a:alphaModFix/>
          </a:blip>
          <a:srcRect b="19756" l="0" r="0" t="0"/>
          <a:stretch/>
        </p:blipFill>
        <p:spPr>
          <a:xfrm>
            <a:off x="389600" y="654530"/>
            <a:ext cx="8297201" cy="318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88" y="3899281"/>
            <a:ext cx="8364826" cy="94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9"/>
          <p:cNvSpPr txBox="1"/>
          <p:nvPr>
            <p:ph type="title"/>
          </p:nvPr>
        </p:nvSpPr>
        <p:spPr>
          <a:xfrm>
            <a:off x="342900" y="125925"/>
            <a:ext cx="83457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Feedback Meetings with Counseling Team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59"/>
          <p:cNvSpPr/>
          <p:nvPr/>
        </p:nvSpPr>
        <p:spPr>
          <a:xfrm>
            <a:off x="389603" y="3475100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7" name="Google Shape;457;p59"/>
          <p:cNvSpPr/>
          <p:nvPr/>
        </p:nvSpPr>
        <p:spPr>
          <a:xfrm>
            <a:off x="389603" y="2764225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8" name="Google Shape;458;p59"/>
          <p:cNvSpPr/>
          <p:nvPr/>
        </p:nvSpPr>
        <p:spPr>
          <a:xfrm>
            <a:off x="389599" y="1654625"/>
            <a:ext cx="542100" cy="217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9" name="Google Shape;459;p59"/>
          <p:cNvSpPr/>
          <p:nvPr/>
        </p:nvSpPr>
        <p:spPr>
          <a:xfrm>
            <a:off x="389603" y="1226350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E9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0"/>
          <p:cNvSpPr txBox="1"/>
          <p:nvPr>
            <p:ph type="title"/>
          </p:nvPr>
        </p:nvSpPr>
        <p:spPr>
          <a:xfrm>
            <a:off x="342900" y="125925"/>
            <a:ext cx="83457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Survey Development &amp; Analysis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5" name="Google Shape;46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653925"/>
            <a:ext cx="2647623" cy="418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900" y="653925"/>
            <a:ext cx="2826048" cy="2900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So far, how well do you feel this course has introduced you to the field of sports business?&#10;. Number of responses: 4 responses." id="467" name="Google Shape;467;p60" title="So far, how well do you feel this course has introduced you to the field of sports business?&#10;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0950" y="653920"/>
            <a:ext cx="2993649" cy="1423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0800" y="2016750"/>
            <a:ext cx="2826050" cy="62095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0"/>
          <p:cNvSpPr/>
          <p:nvPr/>
        </p:nvSpPr>
        <p:spPr>
          <a:xfrm>
            <a:off x="1880599" y="732750"/>
            <a:ext cx="615000" cy="174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0" name="Google Shape;470;p60"/>
          <p:cNvSpPr/>
          <p:nvPr/>
        </p:nvSpPr>
        <p:spPr>
          <a:xfrm>
            <a:off x="473263" y="1204375"/>
            <a:ext cx="2377800" cy="81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71" name="Google Shape;471;p60"/>
          <p:cNvSpPr/>
          <p:nvPr/>
        </p:nvSpPr>
        <p:spPr>
          <a:xfrm>
            <a:off x="807022" y="2814925"/>
            <a:ext cx="861600" cy="101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2" name="Google Shape;472;p60"/>
          <p:cNvSpPr/>
          <p:nvPr/>
        </p:nvSpPr>
        <p:spPr>
          <a:xfrm>
            <a:off x="415328" y="4106300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3" name="Google Shape;473;p60"/>
          <p:cNvSpPr/>
          <p:nvPr/>
        </p:nvSpPr>
        <p:spPr>
          <a:xfrm>
            <a:off x="2620447" y="3997400"/>
            <a:ext cx="274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4" name="Google Shape;474;p60"/>
          <p:cNvSpPr/>
          <p:nvPr/>
        </p:nvSpPr>
        <p:spPr>
          <a:xfrm>
            <a:off x="5101928" y="1444000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5" name="Google Shape;475;p60"/>
          <p:cNvSpPr/>
          <p:nvPr/>
        </p:nvSpPr>
        <p:spPr>
          <a:xfrm>
            <a:off x="3186751" y="1556125"/>
            <a:ext cx="375300" cy="101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6" name="Google Shape;476;p60"/>
          <p:cNvSpPr/>
          <p:nvPr/>
        </p:nvSpPr>
        <p:spPr>
          <a:xfrm>
            <a:off x="8119948" y="750791"/>
            <a:ext cx="457200" cy="1089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posal for New Client">
  <a:themeElements>
    <a:clrScheme name="Simple Light">
      <a:dk1>
        <a:srgbClr val="004A2E"/>
      </a:dk1>
      <a:lt1>
        <a:srgbClr val="F1F1E9"/>
      </a:lt1>
      <a:dk2>
        <a:srgbClr val="00160D"/>
      </a:dk2>
      <a:lt2>
        <a:srgbClr val="26A96C"/>
      </a:lt2>
      <a:accent1>
        <a:srgbClr val="002517"/>
      </a:accent1>
      <a:accent2>
        <a:srgbClr val="1A5C42"/>
      </a:accent2>
      <a:accent3>
        <a:srgbClr val="4C806C"/>
      </a:accent3>
      <a:accent4>
        <a:srgbClr val="CCDAD5"/>
      </a:accent4>
      <a:accent5>
        <a:srgbClr val="EEF7F5"/>
      </a:accent5>
      <a:accent6>
        <a:srgbClr val="FFFFFF"/>
      </a:accent6>
      <a:hlink>
        <a:srgbClr val="26A9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